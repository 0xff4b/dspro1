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Predicting Apartment Rental Prices in Switzerland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DSPRO1 Project</a:t>
            </a:r>
          </a:p>
          <a:p>
            <a:r>
              <a:t>Team: Elias Martinelli, Timo Schlumpf</a:t>
            </a:r>
          </a:p>
          <a:p>
            <a:r>
              <a:t>Supervisor: Elena Nazarenko</a:t>
            </a:r>
          </a:p>
          <a:p>
            <a:r>
              <a:t>HSLU Informatik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Swiss rental prices vary strongly by location.</a:t>
            </a:r>
          </a:p>
          <a:p>
            <a:r>
              <a:t>Prospective tenants often struggle to judge if a rent is fair.</a:t>
            </a:r>
          </a:p>
          <a:p>
            <a:r>
              <a:t>Goal: Predict monthly rent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dataset: Swiss apartment listings scraped from Comparis.</a:t>
            </a:r>
          </a:p>
          <a:p>
            <a:r>
              <a:t>Several thousand listings expected.</a:t>
            </a:r>
          </a:p>
          <a:p>
            <a:r>
              <a:t>Target variable: Monthly rent in CHF.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Living area (sqm)</a:t>
            </a:r>
          </a:p>
          <a:p>
            <a:r>
              <a:t>Number of rooms</a:t>
            </a:r>
          </a:p>
          <a:p>
            <a:r>
              <a:t>Floor / year built</a:t>
            </a:r>
          </a:p>
          <a:p>
            <a:r>
              <a:t>Canton, city, ZIP code</a:t>
            </a:r>
          </a:p>
          <a:p>
            <a:r>
              <a:t>Apartment characteristics (balcony, parking, furnished)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duplicates</a:t>
            </a:r>
          </a:p>
          <a:p>
            <a:r>
              <a:t>Handle missing values</a:t>
            </a:r>
          </a:p>
          <a:p>
            <a:r>
              <a:t>Clean categorical labels</a:t>
            </a:r>
          </a:p>
          <a:p>
            <a:r>
              <a:t>Detect outliers</a:t>
            </a:r>
          </a:p>
          <a:p>
            <a:r>
              <a:t>Feature scaling for linear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Location variables</a:t>
            </a:r>
          </a:p>
          <a:p>
            <a:r>
              <a:t>Derived features (rent per sqm)</a:t>
            </a:r>
          </a:p>
          <a:p>
            <a:r>
              <a:t>Tax index by municipality</a:t>
            </a:r>
          </a:p>
          <a:p>
            <a:r>
              <a:t>Distance to public transport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model (mean rent)</a:t>
            </a:r>
          </a:p>
          <a:p>
            <a:r>
              <a:t>Linear Regression</a:t>
            </a:r>
          </a:p>
          <a:p>
            <a:r>
              <a:t>Random Forest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 (Mean Absolute Error)</a:t>
            </a:r>
          </a:p>
          <a:p>
            <a:r>
              <a:t>RMSE (Root Mean Squared Error)</a:t>
            </a:r>
          </a:p>
          <a:p>
            <a:r>
              <a:t>R² (Coefficient of Determination)</a:t>
            </a:r>
          </a:p>
          <a:p>
            <a:r>
              <a:t>Cross-validation used for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predictive performance of models</a:t>
            </a:r>
          </a:p>
          <a:p>
            <a:r>
              <a:t>Analyze feature importance</a:t>
            </a:r>
          </a:p>
          <a:p>
            <a:r>
              <a:t>Evaluate prediction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main drivers of rent</a:t>
            </a:r>
          </a:p>
          <a:p>
            <a:r>
              <a:t>Assess usefulness of ML for rent estimation</a:t>
            </a:r>
          </a:p>
          <a:p>
            <a:r>
              <a:t>Discuss limitations and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Bildschirmpräsentation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Predicting Apartment Rental Prices in Switzerland</vt:lpstr>
      <vt:lpstr>Problem</vt:lpstr>
      <vt:lpstr>Data Source</vt:lpstr>
      <vt:lpstr>Features</vt:lpstr>
      <vt:lpstr>Data Processing</vt:lpstr>
      <vt:lpstr>Feature Engineering</vt:lpstr>
      <vt:lpstr>Models</vt:lpstr>
      <vt:lpstr>Evaluation Metrics</vt:lpstr>
      <vt:lpstr>Results (Planned)</vt:lpstr>
      <vt:lpstr>Conclusion (Planned)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Martinelli Elias I.BSCAIML.2401</cp:lastModifiedBy>
  <cp:revision>1</cp:revision>
  <dcterms:created xsi:type="dcterms:W3CDTF">2013-01-27T09:14:16Z</dcterms:created>
  <dcterms:modified xsi:type="dcterms:W3CDTF">2026-03-10T13:17:48Z</dcterms:modified>
  <cp:category/>
</cp:coreProperties>
</file>